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everyone and introduce the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 one</a:t>
            </a:r>
          </a:p>
        </p:txBody>
      </p:sp>
    </p:spTree>
  </p:cSld>
  <p:clrMapOvr>
    <a:masterClrMapping/>
  </p:clrMapOvr>
  <p:transition spd="med" advTm="4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 patient</a:t>
            </a:r>
          </a:p>
          <a:p>
            <a:r>
              <a:t>Be kind</a:t>
            </a:r>
          </a:p>
          <a:p>
            <a:r>
              <a:t>Keep learning</a:t>
            </a:r>
          </a:p>
        </p:txBody>
      </p:sp>
    </p:spTree>
  </p:cSld>
  <p:clrMapOvr>
    <a:masterClrMapping/>
  </p:clrMapOvr>
  <p:transition spd="med" advTm="6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D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2D27A"/>
                </a:solidFill>
                <a:latin typeface="Georgia"/>
              </a:rPr>
              <a:t>A golden caption</a:t>
            </a:r>
          </a:p>
        </p:txBody>
      </p:sp>
    </p:spTree>
  </p:cSld>
  <p:clrMapOvr>
    <a:masterClrMapping/>
  </p:clrMapOvr>
  <p:transition spd="med" advTm="5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/>
              <a:t>بسم الله الرحمن الرحيم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